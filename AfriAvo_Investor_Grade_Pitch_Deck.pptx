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AfriAvo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friav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48768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09728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AI-Powered Forecasting for Africa's Avocado Value Chain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0" y="1097280"/>
            <a:ext cx="1828800" cy="914400"/>
          </a:xfrm>
          <a:prstGeom prst="roundRect">
            <a:avLst/>
          </a:prstGeom>
          <a:solidFill>
            <a:srgbClr val="FF8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Low forecasting capability, climate uncertainty, and volatile markets.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0" y="1097280"/>
            <a:ext cx="1828800" cy="914400"/>
          </a:xfrm>
          <a:prstGeom prst="roundRect">
            <a:avLst/>
          </a:prstGeom>
          <a:solidFill>
            <a:srgbClr val="FF8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AI forecasting, ROI engine, and export intelligence.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Market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0" y="1097280"/>
            <a:ext cx="1828800" cy="914400"/>
          </a:xfrm>
          <a:prstGeom prst="roundRect">
            <a:avLst/>
          </a:prstGeom>
          <a:solidFill>
            <a:srgbClr val="FF8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Rwanda → East Africa → Africa-wide expansion.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0" y="1097280"/>
            <a:ext cx="1828800" cy="914400"/>
          </a:xfrm>
          <a:prstGeom prst="roundRect">
            <a:avLst/>
          </a:prstGeom>
          <a:solidFill>
            <a:srgbClr val="FF8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Subscriptions, premium reports, enterprise analytics.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Financial Growth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nancial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914400"/>
            <a:ext cx="54864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09728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Projected scaling through 2035.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0" y="1097280"/>
            <a:ext cx="1828800" cy="914400"/>
          </a:xfrm>
          <a:prstGeom prst="roundRect">
            <a:avLst/>
          </a:prstGeom>
          <a:solidFill>
            <a:srgbClr val="FF8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Become Africa's leading agricultural intelligence platform.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Investment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0" y="1097280"/>
            <a:ext cx="1828800" cy="914400"/>
          </a:xfrm>
          <a:prstGeom prst="roundRect">
            <a:avLst/>
          </a:prstGeom>
          <a:solidFill>
            <a:srgbClr val="FF8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Strategic capital and partnerships for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